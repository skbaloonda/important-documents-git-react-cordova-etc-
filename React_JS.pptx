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BCF00AC-782F-4C0D-8C8B-855ECE39717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7"/>
          </p14:sldIdLst>
        </p14:section>
        <p14:section name="Untitled Section" id="{6CB3C89D-79D8-4920-A5D8-A5215E530A8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7EAA6-B3A7-4677-A572-2B192EBFC748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9A1F2A-48BC-4D7E-A71C-F851A864D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03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A1F2A-48BC-4D7E-A71C-F851A864D3C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332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A1F2A-48BC-4D7E-A71C-F851A864D3C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786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209F-AD71-2F45-02EA-2B8C68408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B5C45-C29B-BEA4-FE44-15B855D0C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7632A-FF73-CDB6-E981-1B70AF8E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39A07-FD09-8AE7-65FC-5F2E28A4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5FA81-9291-B24B-8FBA-B01F0F6F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322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A7A9-430E-5C4A-1929-451C50B1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14398-1F3C-16A9-7312-FEAE5A00F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658B1-C921-FBEE-53F1-BB261BC2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24D3B-CA4B-E512-0A24-3EE70312F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7075F-D68C-4FAD-0B08-C31AF833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24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00F5-BF06-7D6F-FD31-C416D4E17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BE6AA-FFBC-C193-A436-ECB9871E9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3D430-8CCB-E45B-3A5E-9BA9F779C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5C9E5-5D1B-843D-7BC3-08ED4329B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9358D-2F58-FB23-A86B-49301108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089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2FB02-FB78-6FF3-F3EF-4B7FF5BE3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16BEA-7614-D85C-EF92-DEE488404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9F6AB-F6B3-149B-98EC-8411E3100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57DD5-9064-FC3B-0A7D-2D8CD77E6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EC3B-8E81-963C-E601-1F595808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CA6E3-ED16-2209-7EBF-F14091C1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570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787E-D078-1209-73D7-C948C580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56B77-1137-340D-8A1F-022B24997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9388C-12C5-80B1-A578-9B75DC276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D31385-136C-2C06-4008-7B43C83FD9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C22601-773B-F7F0-FBB7-86905C9F5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B03DA9-B52A-0B9C-BFDB-7C26A9FF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CE2CA-3185-52DD-2AAB-EEFFF6F36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87C05-9099-33A0-FFA9-FE53477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95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46B5-C4B5-269C-7AE4-16492369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6C612-8BF3-BE37-6871-E556D172A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C2646-EC9D-2C56-0FE4-7383CEF2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0B3FC-8A8D-21CB-FC72-7B85FDE1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85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562FBC-A589-FDAF-C216-260D6ECB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447A6A-2631-F7EB-72E3-002DE900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F0214-34A0-BB20-061F-A4170649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857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2E98-7EE6-3325-A037-B5ED3E2D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B359C-8435-1DA5-063E-662B5C4A0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F1DAF-C696-6E10-A7C6-C0A41760F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5FB8A-026B-0928-CB2D-020115C26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817DA-D378-307A-DC10-94B5B4756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94335-58AF-5CFC-D0C5-7BC233EA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7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0C32B-C36C-ADA6-DEE4-4641862E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8258F2-1696-1B25-7951-F9FAD0729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73CFB-227A-A1BE-4FC4-2E7273FF1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F6F66-6C6E-363C-E9F8-679853AB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0935-FC1A-377C-C639-20232706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CF431-83FB-E710-2BCF-A5C7186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39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C541-A546-F564-923B-584A0FC9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D542D-6398-1CD5-729D-7C17C97B6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8BE05-56CB-8EF8-A215-A1BD6531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AE152-827B-258D-E369-446D9EDF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B283B-6454-6C5F-50BC-18729761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060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33CCB8-47BE-C2DE-4112-4685E000E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19B9E-7E71-8C14-A346-0E0BBE9A7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D2C27-9911-50DC-20B4-DE74AC1B9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5D96-90B7-4994-9029-58C841FE00DB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174E4-DD03-D922-27B3-60DEEFCE8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18991-E34F-1F11-D4F1-89175E33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50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1C7CCB-7C71-7AA3-C8A5-62700E9C1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A45C6-478C-D76E-42B9-FAED87B0A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F9C2B-E2ED-1275-FFC9-498B54357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C5D96-90B7-4994-9029-58C841FE00DB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79220-BC40-C99F-7C6A-A58CD10A7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3192A-3599-0623-DC62-14A067409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1B07A-8EEC-4257-9625-3CEEA1E3C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499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547810-5FC3-63FE-5AE1-425A8D435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841664"/>
            <a:ext cx="4874661" cy="5156800"/>
          </a:xfrm>
        </p:spPr>
        <p:txBody>
          <a:bodyPr anchor="ctr"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React Introduction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BC3FB-8C45-5F19-D29C-765B8F910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8323" y="60317"/>
            <a:ext cx="4867605" cy="2110596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1.Used to build Web based application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2. Create User interfaces(frontend)</a:t>
            </a:r>
          </a:p>
          <a:p>
            <a:pPr algn="l"/>
            <a:endParaRPr lang="en-IN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4EC9A5-96F8-6474-BE2E-2733EEB9B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323" y="3919838"/>
            <a:ext cx="5570810" cy="27617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CBEF26-C1AF-D6C3-251B-4BC5950CB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323" y="1618936"/>
            <a:ext cx="5570810" cy="21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7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B93FC2-497E-6758-7790-2FFD864F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Component Architecture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4553F-7A09-5ACB-90DB-AFC8E18A7216}"/>
              </a:ext>
            </a:extLst>
          </p:cNvPr>
          <p:cNvSpPr txBox="1"/>
          <p:nvPr/>
        </p:nvSpPr>
        <p:spPr>
          <a:xfrm>
            <a:off x="6536211" y="149144"/>
            <a:ext cx="5110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Root Component </a:t>
            </a:r>
          </a:p>
          <a:p>
            <a:r>
              <a:rPr lang="en-US" sz="2400" dirty="0"/>
              <a:t>App.js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8978C-D716-2AC8-1017-1B5B6009E29D}"/>
              </a:ext>
            </a:extLst>
          </p:cNvPr>
          <p:cNvSpPr txBox="1"/>
          <p:nvPr/>
        </p:nvSpPr>
        <p:spPr>
          <a:xfrm>
            <a:off x="6451026" y="1144648"/>
            <a:ext cx="49570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Other Custom Components</a:t>
            </a:r>
          </a:p>
          <a:p>
            <a:r>
              <a:rPr lang="en-US" sz="2400" dirty="0"/>
              <a:t>MovieGrid.js</a:t>
            </a:r>
          </a:p>
          <a:p>
            <a:endParaRPr lang="en-US" sz="2400" dirty="0"/>
          </a:p>
          <a:p>
            <a:r>
              <a:rPr lang="en-IN" sz="2400" dirty="0"/>
              <a:t>Components are building blocks.</a:t>
            </a:r>
          </a:p>
          <a:p>
            <a:r>
              <a:rPr lang="en-IN" sz="2400" dirty="0"/>
              <a:t>Components are Reusable pieces of UI and Functionality.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788AD-2A20-6D45-4AED-17541222B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901" y="3845672"/>
            <a:ext cx="4110473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38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B5C51E4-62F9-71C6-2D0E-439148C5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Setup 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4143F-ED1C-5E7F-A43E-927C5612FB2D}"/>
              </a:ext>
            </a:extLst>
          </p:cNvPr>
          <p:cNvSpPr txBox="1"/>
          <p:nvPr/>
        </p:nvSpPr>
        <p:spPr>
          <a:xfrm>
            <a:off x="6753726" y="1343767"/>
            <a:ext cx="52297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Visual Studio</a:t>
            </a:r>
          </a:p>
          <a:p>
            <a:r>
              <a:rPr lang="en-US" sz="2800" dirty="0"/>
              <a:t>Node JS</a:t>
            </a:r>
          </a:p>
          <a:p>
            <a:endParaRPr lang="en-US" sz="2800" dirty="0"/>
          </a:p>
          <a:p>
            <a:r>
              <a:rPr lang="en-US" sz="2800" dirty="0"/>
              <a:t>Extensions in VS code: </a:t>
            </a:r>
            <a:r>
              <a:rPr lang="en-US" sz="2800" dirty="0" err="1"/>
              <a:t>Eslint</a:t>
            </a:r>
            <a:r>
              <a:rPr lang="en-US" sz="2800" dirty="0"/>
              <a:t>, Prettier</a:t>
            </a:r>
            <a:br>
              <a:rPr lang="en-US" sz="2800" dirty="0"/>
            </a:br>
            <a:r>
              <a:rPr lang="en-US" sz="2800" dirty="0"/>
              <a:t>Setting modification: File-&gt;Preferences-&gt;Setting -&gt; Search Format on Save -&gt; Check the box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85739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1BF174-8E9F-82FA-7DE2-36CDE1FE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Command to create and run  React App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90F38-B3C3-B764-42D9-4099078CD2BB}"/>
              </a:ext>
            </a:extLst>
          </p:cNvPr>
          <p:cNvSpPr txBox="1"/>
          <p:nvPr/>
        </p:nvSpPr>
        <p:spPr>
          <a:xfrm>
            <a:off x="6451026" y="1665738"/>
            <a:ext cx="51495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In Terminal of VS code :</a:t>
            </a:r>
            <a:br>
              <a:rPr lang="en-US" sz="3600" dirty="0"/>
            </a:br>
            <a:r>
              <a:rPr lang="en-US" sz="3600" dirty="0"/>
              <a:t>command : </a:t>
            </a:r>
            <a:r>
              <a:rPr lang="en-US" sz="3600" dirty="0" err="1"/>
              <a:t>npx</a:t>
            </a:r>
            <a:r>
              <a:rPr lang="en-US" sz="3600" dirty="0"/>
              <a:t> create –react-app </a:t>
            </a:r>
            <a:r>
              <a:rPr lang="en-US" sz="3600" dirty="0" err="1"/>
              <a:t>Moviedux</a:t>
            </a:r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Run Command : </a:t>
            </a:r>
            <a:r>
              <a:rPr lang="en-US" sz="3600" dirty="0" err="1"/>
              <a:t>npm</a:t>
            </a:r>
            <a:r>
              <a:rPr lang="en-US" sz="3600" dirty="0"/>
              <a:t> start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32906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B87608-161A-91B6-118D-B2CC0612E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React Components: Nested, Reusable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ED6B5E-3E02-C905-6715-7A1819623417}"/>
              </a:ext>
            </a:extLst>
          </p:cNvPr>
          <p:cNvSpPr/>
          <p:nvPr/>
        </p:nvSpPr>
        <p:spPr>
          <a:xfrm>
            <a:off x="6368716" y="320842"/>
            <a:ext cx="5662863" cy="62082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40C34A-3AEB-B957-9A6B-B245040E5054}"/>
              </a:ext>
            </a:extLst>
          </p:cNvPr>
          <p:cNvSpPr/>
          <p:nvPr/>
        </p:nvSpPr>
        <p:spPr>
          <a:xfrm>
            <a:off x="6721642" y="1572126"/>
            <a:ext cx="2614863" cy="40586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95D22-DC38-E2D8-BCD7-552D27238211}"/>
              </a:ext>
            </a:extLst>
          </p:cNvPr>
          <p:cNvSpPr/>
          <p:nvPr/>
        </p:nvSpPr>
        <p:spPr>
          <a:xfrm>
            <a:off x="9653526" y="1572126"/>
            <a:ext cx="2378053" cy="40586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BFBA35-0E52-0CA3-F122-ED7D3AC8C046}"/>
              </a:ext>
            </a:extLst>
          </p:cNvPr>
          <p:cNvSpPr/>
          <p:nvPr/>
        </p:nvSpPr>
        <p:spPr>
          <a:xfrm>
            <a:off x="6997781" y="2620885"/>
            <a:ext cx="1937657" cy="7338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Movie Card</a:t>
            </a:r>
            <a:br>
              <a:rPr lang="en-US" dirty="0"/>
            </a:br>
            <a:r>
              <a:rPr lang="en-US" dirty="0"/>
              <a:t>(reusable)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B5CDE1-DF0C-BFB9-D17D-75C4E23A5CDA}"/>
              </a:ext>
            </a:extLst>
          </p:cNvPr>
          <p:cNvSpPr/>
          <p:nvPr/>
        </p:nvSpPr>
        <p:spPr>
          <a:xfrm>
            <a:off x="7043056" y="3812005"/>
            <a:ext cx="1937657" cy="5551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Movie Card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762B7E-4A5A-19BF-92EC-47B453AB0DE7}"/>
              </a:ext>
            </a:extLst>
          </p:cNvPr>
          <p:cNvSpPr/>
          <p:nvPr/>
        </p:nvSpPr>
        <p:spPr>
          <a:xfrm>
            <a:off x="9873723" y="3855548"/>
            <a:ext cx="1937657" cy="5551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Movie Card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54024A-1820-6C6D-AFA3-1F78E9C71AEA}"/>
              </a:ext>
            </a:extLst>
          </p:cNvPr>
          <p:cNvSpPr/>
          <p:nvPr/>
        </p:nvSpPr>
        <p:spPr>
          <a:xfrm>
            <a:off x="9979545" y="2799578"/>
            <a:ext cx="1937657" cy="5551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Movie Card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223C77-635D-E60A-17E9-F10A50A083E2}"/>
              </a:ext>
            </a:extLst>
          </p:cNvPr>
          <p:cNvSpPr txBox="1"/>
          <p:nvPr/>
        </p:nvSpPr>
        <p:spPr>
          <a:xfrm>
            <a:off x="7130143" y="1861457"/>
            <a:ext cx="1850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Movie Grid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8A3D47-175C-6049-02EC-E31DC47FDF05}"/>
              </a:ext>
            </a:extLst>
          </p:cNvPr>
          <p:cNvSpPr txBox="1"/>
          <p:nvPr/>
        </p:nvSpPr>
        <p:spPr>
          <a:xfrm>
            <a:off x="9897406" y="1915544"/>
            <a:ext cx="1850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Watchlist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419CEA-3F39-43D3-963F-A956B5E14406}"/>
              </a:ext>
            </a:extLst>
          </p:cNvPr>
          <p:cNvSpPr txBox="1"/>
          <p:nvPr/>
        </p:nvSpPr>
        <p:spPr>
          <a:xfrm>
            <a:off x="8350905" y="549816"/>
            <a:ext cx="218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React Application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663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548B35-27FB-62CE-0C28-ABA80AAD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React 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F6170E-46E7-68BB-995F-A079E0FAD50B}"/>
              </a:ext>
            </a:extLst>
          </p:cNvPr>
          <p:cNvSpPr txBox="1"/>
          <p:nvPr/>
        </p:nvSpPr>
        <p:spPr>
          <a:xfrm>
            <a:off x="6882063" y="1106905"/>
            <a:ext cx="49570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State = Manage Component data</a:t>
            </a:r>
          </a:p>
          <a:p>
            <a:endParaRPr lang="en-US" sz="3200" dirty="0"/>
          </a:p>
          <a:p>
            <a:r>
              <a:rPr lang="en-US" sz="3200" dirty="0"/>
              <a:t>-&gt;When the state value changes the UI re-renders the value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40039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A148DF-C5EF-74C1-1D63-9253E9A5C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React Props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FE518-3F20-FE8B-F0B4-A228DEF1D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React Props used to pass Data, event handlers and functions to components.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We can pass props to nested components “Props Drilling”.</a:t>
            </a:r>
            <a:endParaRPr lang="en-IN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71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A7FABB-E98B-AD15-5238-45484AF7B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React Router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D77F9-1E8C-414C-72D7-CC44021FD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Router = Navigation between components/routes</a:t>
            </a:r>
          </a:p>
          <a:p>
            <a:r>
              <a:rPr lang="en-US" sz="3200" dirty="0">
                <a:solidFill>
                  <a:schemeClr val="tx2"/>
                </a:solidFill>
              </a:rPr>
              <a:t>Use Routes to configure the routing </a:t>
            </a:r>
          </a:p>
          <a:p>
            <a:r>
              <a:rPr lang="en-US" sz="3200" dirty="0">
                <a:solidFill>
                  <a:schemeClr val="tx2"/>
                </a:solidFill>
              </a:rPr>
              <a:t>Use Link to navigate the user.</a:t>
            </a:r>
          </a:p>
          <a:p>
            <a:r>
              <a:rPr lang="en-US" sz="3200" dirty="0">
                <a:solidFill>
                  <a:schemeClr val="tx2"/>
                </a:solidFill>
              </a:rPr>
              <a:t>Install router : </a:t>
            </a:r>
          </a:p>
          <a:p>
            <a:pPr lvl="1"/>
            <a:r>
              <a:rPr lang="en-US" sz="2800" dirty="0" err="1">
                <a:solidFill>
                  <a:schemeClr val="tx2"/>
                </a:solidFill>
              </a:rPr>
              <a:t>npm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i</a:t>
            </a:r>
            <a:r>
              <a:rPr lang="en-US" sz="2800" dirty="0">
                <a:solidFill>
                  <a:schemeClr val="tx2"/>
                </a:solidFill>
              </a:rPr>
              <a:t> react-router-dom@6.22.3</a:t>
            </a:r>
          </a:p>
          <a:p>
            <a:endParaRPr lang="en-IN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799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248F5E6-4377-481A-9615-8B26AF96A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37" name="Color">
              <a:extLst>
                <a:ext uri="{FF2B5EF4-FFF2-40B4-BE49-F238E27FC236}">
                  <a16:creationId xmlns:a16="http://schemas.microsoft.com/office/drawing/2014/main" id="{D8552057-9E04-4499-916A-649BB6B51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Color">
              <a:extLst>
                <a:ext uri="{FF2B5EF4-FFF2-40B4-BE49-F238E27FC236}">
                  <a16:creationId xmlns:a16="http://schemas.microsoft.com/office/drawing/2014/main" id="{D1194A2F-4E63-4228-A833-4D86528EA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00F54C4-EF7A-8D51-C736-1076A34BB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352" y="2030615"/>
            <a:ext cx="10012244" cy="4855935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A5A1B9C-4994-827C-E23C-700F07A88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576072"/>
            <a:ext cx="10377484" cy="1546533"/>
          </a:xfrm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Basic React Application: Movie Dashboard</a:t>
            </a:r>
            <a:endParaRPr lang="en-IN" sz="4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68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C6BA9B6-208A-2BC5-6CBD-07CDD6DB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10" y="58826"/>
            <a:ext cx="10558405" cy="9801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Continue….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E89EF-BB85-219B-2173-0336A8235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69" y="1197809"/>
            <a:ext cx="11595696" cy="51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33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55938-1012-0188-62C0-636215EC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E2B399-F3CE-4402-9418-377080B9A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C2AA197-7A04-4AAA-A357-07EF9F4D5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CCE44998-768E-4717-B599-E07990B45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C86B25-E0B5-14A3-3271-5342D8792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7" y="578999"/>
            <a:ext cx="10744153" cy="1499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Continue….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E23630-7AAB-8FBA-CA2C-EEC3C4A01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8" y="1395288"/>
            <a:ext cx="10293283" cy="517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9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213</Words>
  <Application>Microsoft Office PowerPoint</Application>
  <PresentationFormat>Widescreen</PresentationFormat>
  <Paragraphs>46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React Introduction</vt:lpstr>
      <vt:lpstr>Component Architecture </vt:lpstr>
      <vt:lpstr>Setup Tools</vt:lpstr>
      <vt:lpstr>Command to create and run  React App</vt:lpstr>
      <vt:lpstr>React Components: Nested, Reusable </vt:lpstr>
      <vt:lpstr>React State</vt:lpstr>
      <vt:lpstr>React Props</vt:lpstr>
      <vt:lpstr>React Router</vt:lpstr>
      <vt:lpstr>Basic React Application: Movie Dashboard</vt:lpstr>
      <vt:lpstr>Continue….</vt:lpstr>
      <vt:lpstr>Continue….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., SUNIL</dc:creator>
  <cp:lastModifiedBy>., SUNIL</cp:lastModifiedBy>
  <cp:revision>20</cp:revision>
  <dcterms:created xsi:type="dcterms:W3CDTF">2026-01-14T06:56:46Z</dcterms:created>
  <dcterms:modified xsi:type="dcterms:W3CDTF">2026-01-16T07:46:41Z</dcterms:modified>
</cp:coreProperties>
</file>