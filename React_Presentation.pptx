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BCF00AC-782F-4C0D-8C8B-855ECE397177}">
          <p14:sldIdLst>
            <p14:sldId id="256"/>
            <p14:sldId id="257"/>
            <p14:sldId id="258"/>
            <p14:sldId id="259"/>
            <p14:sldId id="261"/>
            <p14:sldId id="260"/>
            <p14:sldId id="262"/>
            <p14:sldId id="263"/>
            <p14:sldId id="264"/>
            <p14:sldId id="265"/>
          </p14:sldIdLst>
        </p14:section>
        <p14:section name="Untitled Section" id="{6CB3C89D-79D8-4920-A5D8-A5215E530A8E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7EAA6-B3A7-4677-A572-2B192EBFC74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9A1F2A-48BC-4D7E-A71C-F851A864D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03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9A1F2A-48BC-4D7E-A71C-F851A864D3C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587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9A1F2A-48BC-4D7E-A71C-F851A864D3C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332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9A1F2A-48BC-4D7E-A71C-F851A864D3C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053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9A1F2A-48BC-4D7E-A71C-F851A864D3C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791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9A1F2A-48BC-4D7E-A71C-F851A864D3C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786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209F-AD71-2F45-02EA-2B8C68408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B5C45-C29B-BEA4-FE44-15B855D0C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7632A-FF73-CDB6-E981-1B70AF8E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39A07-FD09-8AE7-65FC-5F2E28A41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5FA81-9291-B24B-8FBA-B01F0F6F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322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A7A9-430E-5C4A-1929-451C50B13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14398-1F3C-16A9-7312-FEAE5A00F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658B1-C921-FBEE-53F1-BB261BC2A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24D3B-CA4B-E512-0A24-3EE70312F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7075F-D68C-4FAD-0B08-C31AF833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245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A00F5-BF06-7D6F-FD31-C416D4E17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BE6AA-FFBC-C193-A436-ECB9871E9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3D430-8CCB-E45B-3A5E-9BA9F779C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5C9E5-5D1B-843D-7BC3-08ED4329B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9358D-2F58-FB23-A86B-493011082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089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2FB02-FB78-6FF3-F3EF-4B7FF5BE3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16BEA-7614-D85C-EF92-DEE488404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9F6AB-F6B3-149B-98EC-8411E3100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57DD5-9064-FC3B-0A7D-2D8CD77E6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EC3B-8E81-963C-E601-1F5958087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CA6E3-ED16-2209-7EBF-F14091C1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570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787E-D078-1209-73D7-C948C580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56B77-1137-340D-8A1F-022B24997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9388C-12C5-80B1-A578-9B75DC276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D31385-136C-2C06-4008-7B43C83FD9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C22601-773B-F7F0-FBB7-86905C9F55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B03DA9-B52A-0B9C-BFDB-7C26A9FF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BCE2CA-3185-52DD-2AAB-EEFFF6F36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087C05-9099-33A0-FFA9-FE534770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95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46B5-C4B5-269C-7AE4-164923695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6C612-8BF3-BE37-6871-E556D172A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C2646-EC9D-2C56-0FE4-7383CEF28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0B3FC-8A8D-21CB-FC72-7B85FDE15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85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562FBC-A589-FDAF-C216-260D6ECB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447A6A-2631-F7EB-72E3-002DE9003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F0214-34A0-BB20-061F-A4170649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857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2E98-7EE6-3325-A037-B5ED3E2D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B359C-8435-1DA5-063E-662B5C4A0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F1DAF-C696-6E10-A7C6-C0A41760F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5FB8A-026B-0928-CB2D-020115C26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817DA-D378-307A-DC10-94B5B4756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94335-58AF-5CFC-D0C5-7BC233EAD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7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0C32B-C36C-ADA6-DEE4-4641862E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8258F2-1696-1B25-7951-F9FAD07296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73CFB-227A-A1BE-4FC4-2E7273FF1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F6F66-6C6E-363C-E9F8-679853AB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70935-FC1A-377C-C639-202327061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CF431-83FB-E710-2BCF-A5C71867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39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8C541-A546-F564-923B-584A0FC9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D542D-6398-1CD5-729D-7C17C97B6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8BE05-56CB-8EF8-A215-A1BD6531F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AE152-827B-258D-E369-446D9EDF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B283B-6454-6C5F-50BC-187297612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060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33CCB8-47BE-C2DE-4112-4685E000E5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19B9E-7E71-8C14-A346-0E0BBE9A7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D2C27-9911-50DC-20B4-DE74AC1B9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174E4-DD03-D922-27B3-60DEEFCE8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18991-E34F-1F11-D4F1-89175E33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50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1C7CCB-7C71-7AA3-C8A5-62700E9C1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A45C6-478C-D76E-42B9-FAED87B0A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F9C2B-E2ED-1275-FFC9-498B54357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BC5D96-90B7-4994-9029-58C841FE00DB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79220-BC40-C99F-7C6A-A58CD10A7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3192A-3599-0623-DC62-14A067409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499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547810-5FC3-63FE-5AE1-425A8D435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8" y="841664"/>
            <a:ext cx="4874661" cy="5156800"/>
          </a:xfrm>
        </p:spPr>
        <p:txBody>
          <a:bodyPr anchor="ctr"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React JS Introduction</a:t>
            </a:r>
            <a:br>
              <a:rPr lang="en-US" sz="4800" dirty="0">
                <a:solidFill>
                  <a:schemeClr val="bg1"/>
                </a:solidFill>
              </a:rPr>
            </a:br>
            <a:br>
              <a:rPr lang="en-US" sz="4800" dirty="0">
                <a:solidFill>
                  <a:schemeClr val="bg1"/>
                </a:solidFill>
              </a:rPr>
            </a:br>
            <a:br>
              <a:rPr lang="en-US" sz="4800" dirty="0">
                <a:solidFill>
                  <a:schemeClr val="bg1"/>
                </a:solidFill>
              </a:rPr>
            </a:br>
            <a:br>
              <a:rPr lang="en-US" sz="4800" dirty="0">
                <a:solidFill>
                  <a:schemeClr val="bg1"/>
                </a:solidFill>
              </a:rPr>
            </a:br>
            <a:endParaRPr lang="en-IN" sz="48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4EC9A5-96F8-6474-BE2E-2733EEB9B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329" y="3566211"/>
            <a:ext cx="5570810" cy="27617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CBEF26-C1AF-D6C3-251B-4BC5950CB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329" y="303697"/>
            <a:ext cx="5570810" cy="21245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EA905A-6331-4AAB-D1DF-D3726EFE27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312" y="3243333"/>
            <a:ext cx="2312090" cy="205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87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B93FC2-497E-6758-7790-2FFD864F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841664"/>
            <a:ext cx="487466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Component Architecture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24553F-7A09-5ACB-90DB-AFC8E18A7216}"/>
              </a:ext>
            </a:extLst>
          </p:cNvPr>
          <p:cNvSpPr txBox="1"/>
          <p:nvPr/>
        </p:nvSpPr>
        <p:spPr>
          <a:xfrm>
            <a:off x="6536211" y="149144"/>
            <a:ext cx="5110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Root Component </a:t>
            </a:r>
          </a:p>
          <a:p>
            <a:r>
              <a:rPr lang="en-US" sz="2400" dirty="0"/>
              <a:t>App.js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8978C-D716-2AC8-1017-1B5B6009E29D}"/>
              </a:ext>
            </a:extLst>
          </p:cNvPr>
          <p:cNvSpPr txBox="1"/>
          <p:nvPr/>
        </p:nvSpPr>
        <p:spPr>
          <a:xfrm>
            <a:off x="6451026" y="1144648"/>
            <a:ext cx="49570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Other Custom Components</a:t>
            </a:r>
          </a:p>
          <a:p>
            <a:r>
              <a:rPr lang="en-US" sz="2400" dirty="0"/>
              <a:t>MovieGrid.js</a:t>
            </a:r>
          </a:p>
          <a:p>
            <a:endParaRPr lang="en-US" sz="2400" dirty="0"/>
          </a:p>
          <a:p>
            <a:r>
              <a:rPr lang="en-IN" sz="2400" dirty="0"/>
              <a:t>Components are building blocks.</a:t>
            </a:r>
          </a:p>
          <a:p>
            <a:r>
              <a:rPr lang="en-IN" sz="2400" dirty="0"/>
              <a:t>Components are Reusable pieces of UI and Functionality.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2788AD-2A20-6D45-4AED-17541222B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901" y="3845672"/>
            <a:ext cx="4110473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938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B5C51E4-62F9-71C6-2D0E-439148C5E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841664"/>
            <a:ext cx="487466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Components Hierarchy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FD7DEE8-317C-E5BD-5887-3A1BC1542B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286" y="576943"/>
            <a:ext cx="5896309" cy="561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739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1BF174-8E9F-82FA-7DE2-36CDE1FE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841664"/>
            <a:ext cx="487466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Command to create and run  React App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90F38-B3C3-B764-42D9-4099078CD2BB}"/>
              </a:ext>
            </a:extLst>
          </p:cNvPr>
          <p:cNvSpPr txBox="1"/>
          <p:nvPr/>
        </p:nvSpPr>
        <p:spPr>
          <a:xfrm>
            <a:off x="6200286" y="358726"/>
            <a:ext cx="59886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In CMD or Terminal :</a:t>
            </a:r>
          </a:p>
          <a:p>
            <a:br>
              <a:rPr lang="en-US" sz="3600" dirty="0"/>
            </a:br>
            <a:r>
              <a:rPr lang="en-US" sz="3600" dirty="0" err="1"/>
              <a:t>npx</a:t>
            </a:r>
            <a:r>
              <a:rPr lang="en-US" sz="3600" dirty="0"/>
              <a:t> create –react-app </a:t>
            </a:r>
            <a:r>
              <a:rPr lang="en-US" sz="3600" dirty="0" err="1"/>
              <a:t>taskmanager</a:t>
            </a:r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Run Command : </a:t>
            </a:r>
            <a:r>
              <a:rPr lang="en-US" sz="3600" dirty="0" err="1"/>
              <a:t>npm</a:t>
            </a:r>
            <a:r>
              <a:rPr lang="en-US" sz="3600" dirty="0"/>
              <a:t> start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32906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548B35-27FB-62CE-0C28-ABA80AAD8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841664"/>
            <a:ext cx="487466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React </a:t>
            </a:r>
            <a:r>
              <a:rPr lang="en-US" sz="4800" dirty="0" err="1">
                <a:solidFill>
                  <a:schemeClr val="bg1"/>
                </a:solidFill>
              </a:rPr>
              <a:t>useState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F6170E-46E7-68BB-995F-A079E0FAD50B}"/>
              </a:ext>
            </a:extLst>
          </p:cNvPr>
          <p:cNvSpPr txBox="1"/>
          <p:nvPr/>
        </p:nvSpPr>
        <p:spPr>
          <a:xfrm>
            <a:off x="6882063" y="1106905"/>
            <a:ext cx="495701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State = Manages Component data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When the state value changes the UI re-renders the value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340039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DB87608-161A-91B6-118D-B2CC0612E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841664"/>
            <a:ext cx="487466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React useEffect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CE5F917D-4E31-C464-4B69-C4E123A35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4716" y="348344"/>
            <a:ext cx="5686285" cy="5715932"/>
          </a:xfrm>
        </p:spPr>
        <p:txBody>
          <a:bodyPr>
            <a:normAutofit/>
          </a:bodyPr>
          <a:lstStyle/>
          <a:p>
            <a:r>
              <a:rPr lang="en-US" sz="3200" dirty="0"/>
              <a:t>useEffect is a way of React to handle “side effects”</a:t>
            </a:r>
          </a:p>
          <a:p>
            <a:endParaRPr lang="en-US" sz="3200" dirty="0"/>
          </a:p>
          <a:p>
            <a:r>
              <a:rPr lang="en-IN" sz="3200" dirty="0"/>
              <a:t>When the component first appears on the screen </a:t>
            </a:r>
          </a:p>
          <a:p>
            <a:pPr lvl="1"/>
            <a:r>
              <a:rPr lang="en-IN" sz="2800" dirty="0"/>
              <a:t>Fetch data from an API when page loads</a:t>
            </a:r>
          </a:p>
          <a:p>
            <a:pPr lvl="1"/>
            <a:endParaRPr lang="en-IN" sz="3200" dirty="0"/>
          </a:p>
          <a:p>
            <a:r>
              <a:rPr lang="en-IN" sz="3200" dirty="0"/>
              <a:t>When a state or props changes</a:t>
            </a:r>
          </a:p>
          <a:p>
            <a:pPr lvl="1"/>
            <a:r>
              <a:rPr lang="en-IN" sz="2800" dirty="0"/>
              <a:t>Run any logic when count changes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33166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3A148DF-C5EF-74C1-1D63-9253E9A5C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React Props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FE518-3F20-FE8B-F0B4-A228DEF1D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7767" y="188105"/>
            <a:ext cx="5768791" cy="6669895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React Props used to pass Data, event handlers and functions from one component to other components.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We can pass props to nested components known as “Props Drilling”.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971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A7FABB-E98B-AD15-5238-45484AF7B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React Router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D77F9-1E8C-414C-72D7-CC44021FD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7087"/>
            <a:ext cx="5699944" cy="6094258"/>
          </a:xfrm>
        </p:spPr>
        <p:txBody>
          <a:bodyPr anchor="ctr">
            <a:normAutofit lnSpcReduction="10000"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Router = Navigation between components/pages</a:t>
            </a:r>
          </a:p>
          <a:p>
            <a:endParaRPr lang="en-US" sz="3200" dirty="0">
              <a:solidFill>
                <a:schemeClr val="tx2"/>
              </a:solidFill>
            </a:endParaRPr>
          </a:p>
          <a:p>
            <a:r>
              <a:rPr lang="en-US" sz="3200" dirty="0">
                <a:solidFill>
                  <a:schemeClr val="tx2"/>
                </a:solidFill>
              </a:rPr>
              <a:t>Use Routes to configure the routing.</a:t>
            </a:r>
          </a:p>
          <a:p>
            <a:endParaRPr lang="en-US" sz="3200" dirty="0">
              <a:solidFill>
                <a:schemeClr val="tx2"/>
              </a:solidFill>
            </a:endParaRPr>
          </a:p>
          <a:p>
            <a:r>
              <a:rPr lang="en-US" sz="3200" dirty="0">
                <a:solidFill>
                  <a:schemeClr val="tx2"/>
                </a:solidFill>
              </a:rPr>
              <a:t>Use Route to specify the path.</a:t>
            </a:r>
          </a:p>
          <a:p>
            <a:endParaRPr lang="en-US" sz="3200" dirty="0">
              <a:solidFill>
                <a:schemeClr val="tx2"/>
              </a:solidFill>
            </a:endParaRPr>
          </a:p>
          <a:p>
            <a:r>
              <a:rPr lang="en-US" sz="3200" dirty="0">
                <a:solidFill>
                  <a:schemeClr val="tx2"/>
                </a:solidFill>
              </a:rPr>
              <a:t>Use </a:t>
            </a:r>
            <a:r>
              <a:rPr lang="en-US" sz="3200" dirty="0" err="1">
                <a:solidFill>
                  <a:schemeClr val="tx2"/>
                </a:solidFill>
              </a:rPr>
              <a:t>NavLink</a:t>
            </a:r>
            <a:r>
              <a:rPr lang="en-US" sz="3200" dirty="0">
                <a:solidFill>
                  <a:schemeClr val="tx2"/>
                </a:solidFill>
              </a:rPr>
              <a:t> to specify link to navigate</a:t>
            </a:r>
          </a:p>
          <a:p>
            <a:r>
              <a:rPr lang="en-US" sz="3200" dirty="0">
                <a:solidFill>
                  <a:schemeClr val="tx2"/>
                </a:solidFill>
              </a:rPr>
              <a:t> Install React Router : </a:t>
            </a:r>
          </a:p>
          <a:p>
            <a:pPr lvl="1"/>
            <a:r>
              <a:rPr lang="en-US" sz="2800" dirty="0" err="1">
                <a:solidFill>
                  <a:schemeClr val="tx2"/>
                </a:solidFill>
              </a:rPr>
              <a:t>npm</a:t>
            </a:r>
            <a:r>
              <a:rPr lang="en-US" sz="2800" dirty="0">
                <a:solidFill>
                  <a:schemeClr val="tx2"/>
                </a:solidFill>
              </a:rPr>
              <a:t> install react-router-dom@6</a:t>
            </a:r>
            <a:endParaRPr lang="en-IN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799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57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A5A1B9C-4994-827C-E23C-700F07A88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841664"/>
            <a:ext cx="487466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React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E5456-E66E-0AB5-7F39-8F8590409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8159" y="391886"/>
            <a:ext cx="6064235" cy="611777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tx2"/>
                </a:solidFill>
              </a:rPr>
              <a:t>Ways to apply style in React.</a:t>
            </a:r>
          </a:p>
          <a:p>
            <a:pPr marL="0" indent="0">
              <a:buNone/>
            </a:pPr>
            <a:endParaRPr lang="en-US" sz="32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chemeClr val="tx2"/>
                </a:solidFill>
              </a:rPr>
              <a:t>  1. Global Level styling 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tx2"/>
                </a:solidFill>
              </a:rPr>
              <a:t>  2. Component level styling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  (Applied to whole component)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tx2"/>
                </a:solidFill>
              </a:rPr>
              <a:t>  3. Inline styling 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tx2"/>
                </a:solidFill>
              </a:rPr>
              <a:t>  4. Module Level styling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  (scope is restricted within a  component)</a:t>
            </a:r>
          </a:p>
          <a:p>
            <a:pPr marL="0" indent="0">
              <a:buNone/>
            </a:pPr>
            <a:endParaRPr lang="en-IN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68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48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C33926A-5162-3D9C-16BF-68910FD99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666351"/>
            <a:ext cx="10558405" cy="30443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892897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8929</TotalTime>
  <Words>247</Words>
  <Application>Microsoft Office PowerPoint</Application>
  <PresentationFormat>Widescreen</PresentationFormat>
  <Paragraphs>56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React JS Introduction    </vt:lpstr>
      <vt:lpstr>Component Architecture </vt:lpstr>
      <vt:lpstr>Components Hierarchy </vt:lpstr>
      <vt:lpstr>Command to create and run  React App</vt:lpstr>
      <vt:lpstr>React useState</vt:lpstr>
      <vt:lpstr>React useEffect</vt:lpstr>
      <vt:lpstr>React Props</vt:lpstr>
      <vt:lpstr>React Router</vt:lpstr>
      <vt:lpstr>React Styling</vt:lpstr>
      <vt:lpstr>Thank You!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., SUNIL</dc:creator>
  <cp:lastModifiedBy>., SUNIL</cp:lastModifiedBy>
  <cp:revision>51</cp:revision>
  <dcterms:created xsi:type="dcterms:W3CDTF">2026-01-14T06:56:46Z</dcterms:created>
  <dcterms:modified xsi:type="dcterms:W3CDTF">2026-02-09T09:13:13Z</dcterms:modified>
</cp:coreProperties>
</file>